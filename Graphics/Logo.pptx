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6120-78A2-4054-A9D4-EC220E408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F794C-6626-4FDF-953B-18464E81D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CE53A-44F7-4D75-A1DB-03A2A34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054CE-5EE7-4822-AA48-38C0B49C0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397C-C886-4F6F-9B29-22DC36FF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49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7EC9-D726-424C-810E-6C7A37F7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E7D1-6E42-42CD-BEEC-D1F0F8B6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9D440-D720-4EAD-98F0-D3F2E663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C0D23-2C3F-4E69-9B76-BC2E2839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2B279-28BC-4F7B-89AC-6CC05EF8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8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6BD4-B58B-4E6F-B96D-844D238C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70D2A-C8A6-43A0-87F7-5282C937F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6946-10E5-4ADF-B03F-2A89843D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68F9E-E5A9-4AE3-8057-41A7FE6E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535A3-40D8-400A-829D-DBBD6983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DC0B-F65C-4AF8-8ED0-6E372FCD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9B5E-09A2-4EA7-80C3-56B779C98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58CF1-5CEE-408F-B98C-229B48530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61C32-B1FB-45F5-9E97-D12EDEC1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3BEC8-02D1-4D78-BB36-DF606E93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32D5E-BC08-42E7-92C3-466EA9F5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5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EDFB-A8D1-4935-83F2-B57647FD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1746-413F-4750-BB27-0F9C66CD9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EF112-10D3-4868-AA6E-734F8FD2C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2036F-A4A8-4B51-AE67-66E765C69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F5F42-F83B-45C5-AF0C-AEB99ACCF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429F4-8452-43E3-A458-FA1BBAE4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DB66E-7CD6-4A01-9F90-6679F707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D41D3-8B3C-4E8C-91FE-8D21130E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5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121F-9A08-4FE3-A854-AF23352E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DE5AE-8C58-49C7-B16F-BE62C9A4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4AF29-FFC9-43E9-94DF-1E4DDD66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12EC7-322A-4FFC-BC3F-1EA8A2DA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7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A92E8-56DF-4533-89A1-FC9A5D4C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80388-104D-4D7E-AC10-42F0B243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9C707-C5A0-442D-A885-384C8D38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5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0E1D-56D3-4ABA-A646-EC319F27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B3134-C5E1-4589-9C37-F22B4D0BE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54CE2-DD73-4446-8D78-ED6F643FA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E127B-2771-4A91-AC94-C24C7D91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2C48F-CFCD-4E63-B77D-2D7C160B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1414B-4833-4FD6-8005-BAB1C5FB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3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B2B1-6DCE-4C42-8267-9BD07A0E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D0239-D902-4C94-AABD-55D208E61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1C5FF-FFCF-4969-892E-FBC6BC1C5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89084-993D-48CA-A0B1-EFD8C02D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6F6DE-9803-4A9B-AAAA-99371097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8B1C2-792E-45D3-A242-86CCD449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9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FCC5-A1E7-496A-B069-B516BDB4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6D314-E89C-4367-9A91-5E0D75E59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6908-0965-43C4-9775-22E0D40C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955F6-F144-4C30-BA63-6EC59094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D9D2-474C-472E-B91D-2085807E2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16072-EE79-4791-B975-0A7119403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D10E9-5217-49B2-8BBB-F0D8A15CE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15B7D-2673-4B33-ABA0-40A1A413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62A4-9167-46A0-A121-50DFDB0B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307A9-3CFB-4063-B547-B6DB83DE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5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55873-57B0-4BC7-A040-9ECCAB6B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09CEA-7C72-4B00-B424-5C6F0FD78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EC3F6-80F3-4CD1-B2F1-7F070842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09487-03C6-4B76-AEBA-B7731A9D9161}" type="datetimeFigureOut">
              <a:rPr lang="en-US" smtClean="0"/>
              <a:t>3/20/2021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119DE-1E18-46B7-8CDD-57DAE1C82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B616A-739D-48A9-8FB7-EDA43BCA6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332A6-CEB9-4C36-9396-250B1C55F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7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A0A3023-BE7A-4E78-8472-F0FDB852484F}"/>
              </a:ext>
            </a:extLst>
          </p:cNvPr>
          <p:cNvSpPr/>
          <p:nvPr/>
        </p:nvSpPr>
        <p:spPr>
          <a:xfrm>
            <a:off x="3595699" y="1678224"/>
            <a:ext cx="3037888" cy="3037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hape, circle&#10;&#10;Description automatically generated">
            <a:extLst>
              <a:ext uri="{FF2B5EF4-FFF2-40B4-BE49-F238E27FC236}">
                <a16:creationId xmlns:a16="http://schemas.microsoft.com/office/drawing/2014/main" id="{6EA85A71-11C4-4453-B370-8D77BECD64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6"/>
          <a:stretch/>
        </p:blipFill>
        <p:spPr>
          <a:xfrm>
            <a:off x="3595699" y="2147800"/>
            <a:ext cx="3036071" cy="2568312"/>
          </a:xfrm>
          <a:prstGeom prst="rect">
            <a:avLst/>
          </a:prstGeom>
        </p:spPr>
      </p:pic>
      <p:pic>
        <p:nvPicPr>
          <p:cNvPr id="11" name="Picture 10" descr="Shape, circle&#10;&#10;Description automatically generated">
            <a:extLst>
              <a:ext uri="{FF2B5EF4-FFF2-40B4-BE49-F238E27FC236}">
                <a16:creationId xmlns:a16="http://schemas.microsoft.com/office/drawing/2014/main" id="{F65451FF-F149-4B6C-ADC7-C6AC7ED6A9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30"/>
          <a:stretch/>
        </p:blipFill>
        <p:spPr>
          <a:xfrm>
            <a:off x="3595699" y="2576593"/>
            <a:ext cx="3042168" cy="2139519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461A0D99-A754-4622-8C16-08DB0C44E3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68"/>
          <a:stretch/>
        </p:blipFill>
        <p:spPr>
          <a:xfrm>
            <a:off x="3589602" y="3002797"/>
            <a:ext cx="3042168" cy="1713315"/>
          </a:xfrm>
          <a:prstGeom prst="rect">
            <a:avLst/>
          </a:prstGeom>
        </p:spPr>
      </p:pic>
      <p:pic>
        <p:nvPicPr>
          <p:cNvPr id="17" name="Picture 16" descr="Shape, circle&#10;&#10;Description automatically generated">
            <a:extLst>
              <a:ext uri="{FF2B5EF4-FFF2-40B4-BE49-F238E27FC236}">
                <a16:creationId xmlns:a16="http://schemas.microsoft.com/office/drawing/2014/main" id="{46BF3205-6B4C-4007-8062-81B1BAF0DD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65" b="-1"/>
          <a:stretch/>
        </p:blipFill>
        <p:spPr>
          <a:xfrm>
            <a:off x="3603613" y="3560233"/>
            <a:ext cx="3036071" cy="11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21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</dc:creator>
  <cp:lastModifiedBy>George</cp:lastModifiedBy>
  <cp:revision>3</cp:revision>
  <dcterms:created xsi:type="dcterms:W3CDTF">2021-03-21T01:53:26Z</dcterms:created>
  <dcterms:modified xsi:type="dcterms:W3CDTF">2021-03-21T02:51:08Z</dcterms:modified>
</cp:coreProperties>
</file>